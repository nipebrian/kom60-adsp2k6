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68" r:id="rId3"/>
    <p:sldId id="262" r:id="rId4"/>
    <p:sldId id="263" r:id="rId5"/>
    <p:sldId id="260" r:id="rId6"/>
    <p:sldId id="261" r:id="rId7"/>
    <p:sldId id="258" r:id="rId8"/>
    <p:sldId id="259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57" r:id="rId21"/>
    <p:sldId id="25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28" y="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if Brian" userId="6605796e9a72a6ce" providerId="LiveId" clId="{65856F51-F6D7-4A29-8827-2DF24529AF11}"/>
    <pc:docChg chg="modSld sldOrd">
      <pc:chgData name="Hanif Brian" userId="6605796e9a72a6ce" providerId="LiveId" clId="{65856F51-F6D7-4A29-8827-2DF24529AF11}" dt="2026-04-30T04:32:26.883" v="17"/>
      <pc:docMkLst>
        <pc:docMk/>
      </pc:docMkLst>
      <pc:sldChg chg="ord">
        <pc:chgData name="Hanif Brian" userId="6605796e9a72a6ce" providerId="LiveId" clId="{65856F51-F6D7-4A29-8827-2DF24529AF11}" dt="2026-04-30T04:26:21.123" v="3"/>
        <pc:sldMkLst>
          <pc:docMk/>
          <pc:sldMk cId="0" sldId="256"/>
        </pc:sldMkLst>
      </pc:sldChg>
      <pc:sldChg chg="ord">
        <pc:chgData name="Hanif Brian" userId="6605796e9a72a6ce" providerId="LiveId" clId="{65856F51-F6D7-4A29-8827-2DF24529AF11}" dt="2026-04-30T04:26:31.584" v="5"/>
        <pc:sldMkLst>
          <pc:docMk/>
          <pc:sldMk cId="0" sldId="257"/>
        </pc:sldMkLst>
      </pc:sldChg>
      <pc:sldChg chg="ord">
        <pc:chgData name="Hanif Brian" userId="6605796e9a72a6ce" providerId="LiveId" clId="{65856F51-F6D7-4A29-8827-2DF24529AF11}" dt="2026-04-30T04:26:55.875" v="7"/>
        <pc:sldMkLst>
          <pc:docMk/>
          <pc:sldMk cId="0" sldId="260"/>
        </pc:sldMkLst>
      </pc:sldChg>
      <pc:sldChg chg="ord">
        <pc:chgData name="Hanif Brian" userId="6605796e9a72a6ce" providerId="LiveId" clId="{65856F51-F6D7-4A29-8827-2DF24529AF11}" dt="2026-04-30T04:27:06.082" v="9"/>
        <pc:sldMkLst>
          <pc:docMk/>
          <pc:sldMk cId="0" sldId="261"/>
        </pc:sldMkLst>
      </pc:sldChg>
      <pc:sldChg chg="ord">
        <pc:chgData name="Hanif Brian" userId="6605796e9a72a6ce" providerId="LiveId" clId="{65856F51-F6D7-4A29-8827-2DF24529AF11}" dt="2026-04-30T04:27:15.808" v="11"/>
        <pc:sldMkLst>
          <pc:docMk/>
          <pc:sldMk cId="0" sldId="262"/>
        </pc:sldMkLst>
      </pc:sldChg>
      <pc:sldChg chg="ord">
        <pc:chgData name="Hanif Brian" userId="6605796e9a72a6ce" providerId="LiveId" clId="{65856F51-F6D7-4A29-8827-2DF24529AF11}" dt="2026-04-30T04:27:26.238" v="15"/>
        <pc:sldMkLst>
          <pc:docMk/>
          <pc:sldMk cId="0" sldId="263"/>
        </pc:sldMkLst>
      </pc:sldChg>
      <pc:sldChg chg="ord">
        <pc:chgData name="Hanif Brian" userId="6605796e9a72a6ce" providerId="LiveId" clId="{65856F51-F6D7-4A29-8827-2DF24529AF11}" dt="2026-04-30T04:32:26.883" v="17"/>
        <pc:sldMkLst>
          <pc:docMk/>
          <pc:sldMk cId="0" sldId="268"/>
        </pc:sldMkLst>
      </pc:sldChg>
      <pc:sldChg chg="ord">
        <pc:chgData name="Hanif Brian" userId="6605796e9a72a6ce" providerId="LiveId" clId="{65856F51-F6D7-4A29-8827-2DF24529AF11}" dt="2026-04-30T04:26:09.305" v="1"/>
        <pc:sldMkLst>
          <pc:docMk/>
          <pc:sldMk cId="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320" y="0"/>
            <a:ext cx="61550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99" y="0"/>
            <a:ext cx="70068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22" y="0"/>
            <a:ext cx="82626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306" y="0"/>
            <a:ext cx="74950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638" y="0"/>
            <a:ext cx="79744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595" y="0"/>
            <a:ext cx="85325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97" y="0"/>
            <a:ext cx="8572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548" y="0"/>
            <a:ext cx="76305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Hanif Brian</cp:lastModifiedBy>
  <cp:revision>1</cp:revision>
  <dcterms:created xsi:type="dcterms:W3CDTF">2013-01-27T09:14:16Z</dcterms:created>
  <dcterms:modified xsi:type="dcterms:W3CDTF">2026-04-30T04:32:36Z</dcterms:modified>
  <cp:category/>
</cp:coreProperties>
</file>